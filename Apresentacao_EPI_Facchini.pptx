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112E5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1168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INTELIGENTE DE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DE EPIs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58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Segurança, Controle e Eficiência Operacional para a Facchini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4389120"/>
            <a:ext cx="274320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7548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Técnica e Comercial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4572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58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INDUSTRIAL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Segurança do Trabalho em Larga Escala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Facchini: Referência em Implementos Rodoviários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diversos setores operacionais altamente complexos (soldagem, pintura, montagem, usinagem), a Facchini conta com milhares de colaboradores expostos diariamente a riscos ocupacionais variados.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Garantir a integridade física de cada operador não é apenas uma obrigação legal, mas um pilar estratégico de produtividade, qualidade e sustentabilidade corporativa.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212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1645920"/>
            <a:ext cx="54864" cy="201168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Desafio do Controle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1945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Gerenciar centenas de entregas de EPIs diariamente de forma manual expõe a empresa a gargalos operacionais e erros.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450592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Manter a conformidade legal exige rastreabilidade absoluta.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4023360"/>
            <a:ext cx="5212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4023360"/>
            <a:ext cx="54864" cy="201168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4206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Estratégico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45720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Substituir controles reativos por monitoramento proativo e digitalizado.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4828032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58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Garantir que o EPI correto esteja no colaborador certo, no momento certo.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4572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58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Gargalos da Gestão Manual de EPIs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212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Controle Manual e Descentralizado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Planilhas dispersas e fichas de EPI em papel que dificultam o cruzamento ágil de informações entre setores.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645920"/>
            <a:ext cx="5212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Dificuldade de Rastreabilidade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0" y="21945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Impossibilidade de auditar em segundos o histórico de entregas, trocas e vida útil de equipamentos por colaborador.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5212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206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Perdas, Desvios e Extravios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controle de estoque em tempo real gera compras emergenciais desnecessárias e desperdício de capital.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4023360"/>
            <a:ext cx="5212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4206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Burocracia em Auditorias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45720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lento e exaustivo para coletar assinaturas e comprovar conformidade legal perante o Ministério do Trabalho.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4572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58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IMPACTOS NEGATIVOS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Custo Invisível da Ineficiência na Gestão de EPIs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060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54864" cy="438912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Custos Elevados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Desperdício financeiro com compras duplicadas, substituições prematuras e estoque sem giro controlado.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645920"/>
            <a:ext cx="26060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645920"/>
            <a:ext cx="54864" cy="438912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8288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de Acidentes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2194560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Atraso na troca de EPIs vencidos ou desgastados expõe diretamente os trabalhadores a acidentes graves.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645920"/>
            <a:ext cx="26060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645920"/>
            <a:ext cx="54864" cy="438912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8288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Multas e Passivos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2194560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falta de registros robustos e assinaturas digitais gera passivos trabalhistas severos e autuações legais.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23960" y="1645920"/>
            <a:ext cx="26060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1645920"/>
            <a:ext cx="54864" cy="438912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19" name="Text 17"/>
          <p:cNvSpPr/>
          <p:nvPr/>
        </p:nvSpPr>
        <p:spPr>
          <a:xfrm>
            <a:off x="9006840" y="18288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 Eficiência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06840" y="2194560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precioso de líderes de equipe e do SESMT consumido por burocracias e conferências manuais.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4572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58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NOSSA SOLUÇÃO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Inteligente de Monitoramento de EPIs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74552" cy="1097280"/>
          </a:xfrm>
          <a:prstGeom prst="rect">
            <a:avLst/>
          </a:prstGeom>
          <a:solidFill>
            <a:srgbClr val="F0F7FF"/>
          </a:solidFill>
          <a:ln w="12700">
            <a:solidFill>
              <a:srgbClr val="005E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solução de ponta a ponta desenvolvida para centralizar, automatizar e blindar a gestão de segurança na Facchini.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59359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834640"/>
            <a:ext cx="54864" cy="32004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17520"/>
            <a:ext cx="3227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Centralização Absoluta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3227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Unifica todos os setores, almoxarifados e registros em um único dashboard acessível em tempo real.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2834640"/>
            <a:ext cx="359359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2834640"/>
            <a:ext cx="54864" cy="32004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3017520"/>
            <a:ext cx="3227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e Alertas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0560" y="3383280"/>
            <a:ext cx="3227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Controles digitais impedem a entrega incorreta de EPIs e alertam automaticamente prazos de vencimento.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2834640"/>
            <a:ext cx="359359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2834640"/>
            <a:ext cx="54864" cy="32004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3017520"/>
            <a:ext cx="3227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 Total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3383280"/>
            <a:ext cx="3227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eletrônico seguro e histórico imutável de todas as movimentações, entregas e devoluções.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4572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58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Desenhados para a Dinâmica Industrial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5935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3227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Colaboradores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227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Associação rápida de cargos a perfis de risco e EPIs obrigatórios.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5935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828800"/>
            <a:ext cx="3227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&amp; Estoque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2194560"/>
            <a:ext cx="3227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saldo mínimo, validade de C.A. e lotes de fabricante.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1645920"/>
            <a:ext cx="35935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828800"/>
            <a:ext cx="3227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Entregas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194560"/>
            <a:ext cx="3227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Assinatura eletrônica, digital ou via crachá RFID integrado.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35935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114800"/>
            <a:ext cx="3227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&amp; Auditoria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480560"/>
            <a:ext cx="3227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Rastreamento completo das movimentações com exportação em um clique.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97680" y="3931920"/>
            <a:ext cx="35935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4114800"/>
            <a:ext cx="3227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Inteligentes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0" y="4480560"/>
            <a:ext cx="3227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Notificações automáticas para prazos de validade e substituições necessárias.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38160" y="3931920"/>
            <a:ext cx="35935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4114800"/>
            <a:ext cx="3227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Intelligence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21040" y="4480560"/>
            <a:ext cx="3227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gerenciais consolidados para otimização de custos e consumos.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4572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58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INOVAÇÃO &amp; TECNOLOGIA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 Aplicada à Prevenção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3593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58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59359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3227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100% Digital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227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Eliminação completa de arquivos físicos e fichas assinadas a caneta.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0" y="1645920"/>
            <a:ext cx="3593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58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297680" y="2286000"/>
            <a:ext cx="359359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468880"/>
            <a:ext cx="3227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em Tempo Real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2834640"/>
            <a:ext cx="3227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de sistema que impede a entrega de EPIs incompatíveis com o cargo.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0" y="1645920"/>
            <a:ext cx="3593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58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59359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468880"/>
            <a:ext cx="3227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por Dados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21040" y="2834640"/>
            <a:ext cx="3227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avançado que identifica setores com maior desgaste ou desvios de uso.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4572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58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DE INVESTIMENTO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Mensurável em Quatro Pilares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212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54864" cy="201168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Segurança: Cultura de Prevenção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Redução drástica no risco de acidentes e garantia de uso constante dos EPIs corretos.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645920"/>
            <a:ext cx="5212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E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1645920"/>
            <a:ext cx="54864" cy="201168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Gestão: Eficiência SESMT/RH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21945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que libera a equipe de segurança para atividades de prevenção e campo.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5212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58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023360"/>
            <a:ext cx="54864" cy="201168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06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58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Financeiro: Redução de Custos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5720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 média estimada em 15% a 25% com a eliminação de extravios e compras redundantes.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4023360"/>
            <a:ext cx="5212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4023360"/>
            <a:ext cx="54864" cy="201168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4206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Conformidade: Segurança Jurídica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17920" y="45720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robusto de conformidade pronto para auditorias e fiscalizações a qualquer momento.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4572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58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REAIS DO BRASIL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impacto dos acidentes de trabalho no Brasil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593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724.228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Acidentes em 2024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593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Registros oficiais de acidentes de trabalho no ano.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1463040"/>
            <a:ext cx="3593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 Milhões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297680" y="201168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Acidentes Acumulados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2286000"/>
            <a:ext cx="3593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Registros acumulados entre 2012 e 2024.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38160" y="1463040"/>
            <a:ext cx="3593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32.000+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138160" y="201168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Mortes Ocupacionais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38160" y="2286000"/>
            <a:ext cx="3593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Mortes relacionadas ao trabalho de 2012 a 2024.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5394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46304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00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Risco de Acidentes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apontado por estudos divulgados por especialistas em Segurança do Trabalho, o uso inadequado de EPIs pode aumentar em até 30% o risco de acidentes ocupacionais.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3017520"/>
            <a:ext cx="5394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3017520"/>
            <a:ext cx="54864" cy="146304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200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+60% Risco de Acidentes Graves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35661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Estudos citados por profissionais da área de Segurança do Trabalho indicam que a ausência ou utilização incorreta de EPIs pode elevar significativamente a ocorrência de acidentes graves.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663440"/>
            <a:ext cx="11274552" cy="1280160"/>
          </a:xfrm>
          <a:prstGeom prst="rect">
            <a:avLst/>
          </a:prstGeom>
          <a:solidFill>
            <a:srgbClr val="F0F7FF"/>
          </a:solidFill>
          <a:ln w="12700">
            <a:solidFill>
              <a:srgbClr val="005E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84632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Impactos Diretos dos Acidentes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5212080"/>
            <a:ext cx="109087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acidentes geram: afastamentos, processos trabalhistas, multas, perda de produtividade, custos previdenciários e graves danos à reputação e à imagem institucional da empresa.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4572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58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o Sistema de Monitoramento de EPIs?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solidFill>
            <a:srgbClr val="F0F7FF"/>
          </a:solidFill>
          <a:ln w="12700">
            <a:solidFill>
              <a:srgbClr val="005E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i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“Nosso projeto não é apenas um sistema de controle. Ele é uma ferramenta estratégica que auxilia a Facchini na proteção de seus colaboradores, na redução de custos operacionais e no fortalecimento dos processos de segurança e conformidade.”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1645920"/>
            <a:ext cx="54864" cy="438912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Diretrizes Estratégicas Recomendadas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2194560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detalhada da plataforma ao SESMT e TI da Facchini.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7960" y="2450592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Definição do escopo piloto em uma das unidades da empresa.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2706624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Estruturação do cronograma de integração de sistemas (ERP/RH).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2962656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Alinhamento financeiro e de governança corporativa.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MUITO OBRIGADO!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718304" y="2926080"/>
            <a:ext cx="2743200" cy="4572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4747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58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Estamos à disposição para construir o futuro da segurança na Facchini.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38912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INTELIGENTE DE MONITORAMENTO DE EPIs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Monitoramento de EPIs - Facchini</dc:title>
  <dc:subject>PptxGenJS Presentation</dc:subject>
  <dc:creator>PptxGenJS</dc:creator>
  <cp:lastModifiedBy>PptxGenJS</cp:lastModifiedBy>
  <cp:revision>1</cp:revision>
  <dcterms:created xsi:type="dcterms:W3CDTF">2026-06-09T03:21:08Z</dcterms:created>
  <dcterms:modified xsi:type="dcterms:W3CDTF">2026-06-09T03:21:08Z</dcterms:modified>
</cp:coreProperties>
</file>